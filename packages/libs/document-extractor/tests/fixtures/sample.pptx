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93" d="100"/>
          <a:sy n="93" d="100"/>
        </p:scale>
        <p:origin x="102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 quokka pptx marker.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Second</a:t>
            </a:r>
            <a:r>
              <a:rPr/>
              <a:t> </a:t>
            </a:r>
            <a:r>
              <a:rPr/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More words here.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</Words>
  <Application>Microsoft Office PowerPoint</Application>
  <PresentationFormat>On-screen Show (4:3)</PresentationFormat>
  <Paragraphs>10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Title</vt:lpstr>
      <vt:lpstr>Slide Title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2026-10-04T18:57:32Z</dcterms:created>
  <dcterms:modified xsi:type="dcterms:W3CDTF">2026-10-04T18:57:32Z</dcterms:modified>
</cp:coreProperties>
</file>